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80" autoAdjust="0"/>
    <p:restoredTop sz="94660"/>
  </p:normalViewPr>
  <p:slideViewPr>
    <p:cSldViewPr snapToGrid="0">
      <p:cViewPr varScale="1">
        <p:scale>
          <a:sx n="82" d="100"/>
          <a:sy n="82" d="100"/>
        </p:scale>
        <p:origin x="96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7F883-853D-9FDA-46E1-DD24029F17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B050AA-B765-0175-9D78-04FFB19A6E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0135F0-5D8E-D26D-25D7-C7A1D3263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F9CE6-78EA-403C-BD7D-27CEB0A7F67F}" type="datetimeFigureOut">
              <a:rPr lang="en-IN" smtClean="0"/>
              <a:t>14-01-2024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9EDEB1-A472-F8EA-D403-60C4EE7EE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297171-E13F-ABDB-2370-0DF46A955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A8DE1-C571-4FF5-80D7-2CB2554E8E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05686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C4D10-57FD-EE60-6D8C-A50DD7AD2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49A771-B023-4462-4A66-54B5CD3F51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E652A3-E02E-C1D4-BA8F-C0EDD07A8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F9CE6-78EA-403C-BD7D-27CEB0A7F67F}" type="datetimeFigureOut">
              <a:rPr lang="en-IN" smtClean="0"/>
              <a:t>14-01-2024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13C638-AD8A-6EAA-28D2-E3268BB9D0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13BED7-3FF6-1AF7-89BD-43108B85F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A8DE1-C571-4FF5-80D7-2CB2554E8E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47158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1DEF5-4F47-8E28-C18B-C7B9C4D666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90DCE4-5A49-C73A-1A95-A93D69FBB8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2C5505-ECC7-142B-DE61-E2D9C1CC5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F9CE6-78EA-403C-BD7D-27CEB0A7F67F}" type="datetimeFigureOut">
              <a:rPr lang="en-IN" smtClean="0"/>
              <a:t>14-01-2024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45F6D6-B03A-A8F3-5A28-85226F794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D40D9F-4007-CEF8-F1EB-1D10777D0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A8DE1-C571-4FF5-80D7-2CB2554E8E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82504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E6F4B-FBEF-098C-7058-6A5AB7134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BE9FBF-5516-B040-2BF6-E50DD31736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09E5AD-6D0B-D92A-8975-D66B92817C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F4EF3E-6577-9CF7-3B2B-C27EB14B98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F9CE6-78EA-403C-BD7D-27CEB0A7F67F}" type="datetimeFigureOut">
              <a:rPr lang="en-IN" smtClean="0"/>
              <a:t>14-01-2024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7C9DFB-C175-3B5C-0168-93D9AEDAC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9F1956-7F39-22B8-187B-51867C453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A8DE1-C571-4FF5-80D7-2CB2554E8E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66498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23A95-671A-9860-9C85-28F392445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EF9EEB-866C-616A-24EA-58A20A6D4B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83811A-CED8-A77D-E6A0-8909ABF658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6DAA04-DC5D-27A7-4733-1A0528DF03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077FBA-B49C-2392-0076-4E72CA09B8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12B43B-F1E5-3F43-A7BD-47111CDE1F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F9CE6-78EA-403C-BD7D-27CEB0A7F67F}" type="datetimeFigureOut">
              <a:rPr lang="en-IN" smtClean="0"/>
              <a:t>14-01-2024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BB2C167-55E8-3A4F-FA38-654C27538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7448EC-56FA-94A8-2B88-E382620BB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A8DE1-C571-4FF5-80D7-2CB2554E8E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98921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10D35-EEB2-1770-B392-53FD73CB6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02D933-0783-D7F4-EB99-9F981CCB6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F9CE6-78EA-403C-BD7D-27CEB0A7F67F}" type="datetimeFigureOut">
              <a:rPr lang="en-IN" smtClean="0"/>
              <a:t>14-01-2024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9274ED-086A-392A-9261-FF5C5AA4F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A810B8-D067-2897-CA73-BD7269EC9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A8DE1-C571-4FF5-80D7-2CB2554E8E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06599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F98FAF-5CE4-607E-C53F-CBEE981AF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F9CE6-78EA-403C-BD7D-27CEB0A7F67F}" type="datetimeFigureOut">
              <a:rPr lang="en-IN" smtClean="0"/>
              <a:t>14-01-2024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17A05B-87F6-6B16-B483-DCCB240AB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7DCD44-1D6D-D6CA-868A-FC8312269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A8DE1-C571-4FF5-80D7-2CB2554E8E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20645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49723-CCF8-BE3F-7E10-C0F043BB4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48581A-10FA-66F2-7875-2C39A978D9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E0E041-B926-C6B2-B56A-A1631DFA64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9B8D5D-EF8D-FA96-9A5A-28BF51078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F9CE6-78EA-403C-BD7D-27CEB0A7F67F}" type="datetimeFigureOut">
              <a:rPr lang="en-IN" smtClean="0"/>
              <a:t>14-01-2024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8C3DDC-DE5C-6415-DF38-1DDC179E1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E82592-4C58-C17A-9E4F-37FF107C6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A8DE1-C571-4FF5-80D7-2CB2554E8E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67709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FD757-99C4-C6C8-8816-24261AE14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9F948FF-8B2A-392C-1A69-FBB5E7D95E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E5ED6F-38FB-AE0B-14B9-72049E4262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AC8647-1BE1-856B-071B-E4C7137E8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F9CE6-78EA-403C-BD7D-27CEB0A7F67F}" type="datetimeFigureOut">
              <a:rPr lang="en-IN" smtClean="0"/>
              <a:t>14-01-2024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2B460B-9E7E-B080-7FCA-A92BC81CB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E032B8-F985-4592-3513-8989ED705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A8DE1-C571-4FF5-80D7-2CB2554E8E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81871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987F7-A6D4-D803-F48C-0D28AACB2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959274-3323-14E4-6ADA-CAA726D3BC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BAF530-568D-A832-444C-52420A798C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F9CE6-78EA-403C-BD7D-27CEB0A7F67F}" type="datetimeFigureOut">
              <a:rPr lang="en-IN" smtClean="0"/>
              <a:t>14-01-2024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9A0D29-F15D-D108-8EEA-95AB2392B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ADA7FD-EF7D-89AD-62D0-5194A31A1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A8DE1-C571-4FF5-80D7-2CB2554E8E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15552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91DED7-6AB5-529E-E5D6-081BE9A9AC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F01D98-72D3-5F90-91F1-9D8CA3DBFC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C21C2-169F-BA29-AF8F-B31BB294B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F9CE6-78EA-403C-BD7D-27CEB0A7F67F}" type="datetimeFigureOut">
              <a:rPr lang="en-IN" smtClean="0"/>
              <a:t>14-01-2024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59F79D-82D6-2712-518E-D81518630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7E3E98-B645-8ECD-7F54-E380DAE3B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A8DE1-C571-4FF5-80D7-2CB2554E8E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98244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90C13D-08FC-C457-72B7-53DADCBA33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DD4210-C08B-826B-123E-7F18DEE046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04A606-01A0-518C-1D8E-685CFF347C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9F9CE6-78EA-403C-BD7D-27CEB0A7F67F}" type="datetimeFigureOut">
              <a:rPr lang="en-IN" smtClean="0"/>
              <a:t>14-01-2024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FDAEF2-203C-5A5F-2AE2-386BC7C66D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DF37B6-8FE7-2CB9-71A3-FE2F1495D4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BA8DE1-C571-4FF5-80D7-2CB2554E8E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19202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3C823D3-D619-407C-89E0-C6F6B1E7A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47F8E3E-2FFA-4A0F-B3C7-E57ADDCFB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A72DD2-42CE-A5B8-3C15-10C7ED3E9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9933" y="532245"/>
            <a:ext cx="9833548" cy="792464"/>
          </a:xfrm>
        </p:spPr>
        <p:txBody>
          <a:bodyPr anchor="b">
            <a:normAutofit/>
          </a:bodyPr>
          <a:lstStyle/>
          <a:p>
            <a:pPr algn="ctr"/>
            <a:r>
              <a:rPr lang="en-IN" sz="3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Quiz-1, Quiz-II, DA Schedule</a:t>
            </a: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33D939F1-7ABE-4D0E-946A-43F37F556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3346102" cy="2510865"/>
            <a:chOff x="-305" y="-1"/>
            <a:chExt cx="3832880" cy="2876136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63FE0426-0FE4-451E-A8BB-08DA6A6AC2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4A32F7E8-35B4-451F-AA07-AECF7CA1D5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1097796-C3C8-4772-9EBD-9F5CA368F5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EC4BC137-BB50-4235-A83F-4B4EEE1590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76F0C48-1F27-7049-1BF9-8924FDBFB6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86141383"/>
              </p:ext>
            </p:extLst>
          </p:nvPr>
        </p:nvGraphicFramePr>
        <p:xfrm>
          <a:off x="609600" y="1399918"/>
          <a:ext cx="10743435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4062">
                  <a:extLst>
                    <a:ext uri="{9D8B030D-6E8A-4147-A177-3AD203B41FA5}">
                      <a16:colId xmlns:a16="http://schemas.microsoft.com/office/drawing/2014/main" val="1048606203"/>
                    </a:ext>
                  </a:extLst>
                </a:gridCol>
                <a:gridCol w="2954215">
                  <a:extLst>
                    <a:ext uri="{9D8B030D-6E8A-4147-A177-3AD203B41FA5}">
                      <a16:colId xmlns:a16="http://schemas.microsoft.com/office/drawing/2014/main" val="2590928168"/>
                    </a:ext>
                  </a:extLst>
                </a:gridCol>
                <a:gridCol w="1922585">
                  <a:extLst>
                    <a:ext uri="{9D8B030D-6E8A-4147-A177-3AD203B41FA5}">
                      <a16:colId xmlns:a16="http://schemas.microsoft.com/office/drawing/2014/main" val="3572679350"/>
                    </a:ext>
                  </a:extLst>
                </a:gridCol>
                <a:gridCol w="1969477">
                  <a:extLst>
                    <a:ext uri="{9D8B030D-6E8A-4147-A177-3AD203B41FA5}">
                      <a16:colId xmlns:a16="http://schemas.microsoft.com/office/drawing/2014/main" val="3848785189"/>
                    </a:ext>
                  </a:extLst>
                </a:gridCol>
                <a:gridCol w="3053096">
                  <a:extLst>
                    <a:ext uri="{9D8B030D-6E8A-4147-A177-3AD203B41FA5}">
                      <a16:colId xmlns:a16="http://schemas.microsoft.com/office/drawing/2014/main" val="4277970071"/>
                    </a:ext>
                  </a:extLst>
                </a:gridCol>
              </a:tblGrid>
              <a:tr h="348371">
                <a:tc>
                  <a:txBody>
                    <a:bodyPr/>
                    <a:lstStyle/>
                    <a:p>
                      <a:r>
                        <a:rPr lang="en-IN" dirty="0" err="1"/>
                        <a:t>S.No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Name of Exam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Marks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Weightage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Dates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91397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Quiz-I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06</a:t>
                      </a:r>
                      <a:r>
                        <a:rPr lang="en-IN" baseline="30000" dirty="0"/>
                        <a:t>th</a:t>
                      </a:r>
                      <a:r>
                        <a:rPr lang="en-IN" dirty="0"/>
                        <a:t> Feb 24 (Tuesday)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06777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CAT-I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11</a:t>
                      </a:r>
                      <a:r>
                        <a:rPr lang="en-IN" baseline="30000" dirty="0"/>
                        <a:t>th</a:t>
                      </a:r>
                      <a:r>
                        <a:rPr lang="en-IN" dirty="0"/>
                        <a:t> Feb – 17</a:t>
                      </a:r>
                      <a:r>
                        <a:rPr lang="en-IN" baseline="30000" dirty="0"/>
                        <a:t>th</a:t>
                      </a:r>
                      <a:r>
                        <a:rPr lang="en-IN" dirty="0"/>
                        <a:t> Feb 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76814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Quiz-II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21</a:t>
                      </a:r>
                      <a:r>
                        <a:rPr lang="en-IN" baseline="30000" dirty="0"/>
                        <a:t>st</a:t>
                      </a:r>
                      <a:r>
                        <a:rPr lang="en-IN" dirty="0"/>
                        <a:t> March 24 (Thursday)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49751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CAT-II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  <a:r>
                        <a:rPr lang="en-IN" baseline="30000" dirty="0"/>
                        <a:t>st</a:t>
                      </a:r>
                      <a:r>
                        <a:rPr lang="en-IN" dirty="0"/>
                        <a:t>  April – 7</a:t>
                      </a:r>
                      <a:r>
                        <a:rPr lang="en-IN" baseline="30000" dirty="0"/>
                        <a:t>th</a:t>
                      </a:r>
                      <a:r>
                        <a:rPr lang="en-IN" dirty="0"/>
                        <a:t> April 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71855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5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DA-I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25</a:t>
                      </a:r>
                      <a:r>
                        <a:rPr lang="en-IN" baseline="30000" dirty="0"/>
                        <a:t>th</a:t>
                      </a:r>
                      <a:r>
                        <a:rPr lang="en-IN" dirty="0"/>
                        <a:t> April 24 (Thursday)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39846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</a:t>
                      </a:r>
                      <a:r>
                        <a:rPr lang="en-IN" baseline="30000" dirty="0"/>
                        <a:t>th</a:t>
                      </a:r>
                      <a:r>
                        <a:rPr lang="en-IN" dirty="0"/>
                        <a:t> May -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1231192"/>
                  </a:ext>
                </a:extLst>
              </a:tr>
            </a:tbl>
          </a:graphicData>
        </a:graphic>
      </p:graphicFrame>
      <p:grpSp>
        <p:nvGrpSpPr>
          <p:cNvPr id="55" name="Group 54">
            <a:extLst>
              <a:ext uri="{FF2B5EF4-FFF2-40B4-BE49-F238E27FC236}">
                <a16:creationId xmlns:a16="http://schemas.microsoft.com/office/drawing/2014/main" id="{9DB3963A-4187-4A72-9DA4-CA6BADE22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9072780" y="3734338"/>
            <a:ext cx="3878664" cy="236865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428E75E-001A-4568-B035-574F1303EF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64AC8CFC-1164-4525-82A0-25F75ADCF4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F35C856-5B70-4CA2-BB8F-A37197D8F9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550FD8B0-DE97-47B1-84ED-67A3BD00FE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8EE706E1-6ECC-BE96-4797-0294B94D62EE}"/>
              </a:ext>
            </a:extLst>
          </p:cNvPr>
          <p:cNvSpPr txBox="1"/>
          <p:nvPr/>
        </p:nvSpPr>
        <p:spPr>
          <a:xfrm>
            <a:off x="351692" y="4489938"/>
            <a:ext cx="113127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highlight>
                  <a:srgbClr val="FF0000"/>
                </a:highlight>
              </a:rPr>
              <a:t>Note</a:t>
            </a:r>
            <a:r>
              <a:rPr lang="en-IN" dirty="0"/>
              <a:t>:  </a:t>
            </a:r>
            <a:r>
              <a:rPr lang="en-IN" dirty="0">
                <a:highlight>
                  <a:srgbClr val="FFFF00"/>
                </a:highlight>
              </a:rPr>
              <a:t>Quiz-I, Quiz-II will be taken in class ( Offline)  similar to CAT pattern with multiple sets of Question Paper. I will have subjective and short answer types of questions.</a:t>
            </a:r>
          </a:p>
        </p:txBody>
      </p:sp>
    </p:spTree>
    <p:extLst>
      <p:ext uri="{BB962C8B-B14F-4D97-AF65-F5344CB8AC3E}">
        <p14:creationId xmlns:p14="http://schemas.microsoft.com/office/powerpoint/2010/main" val="3598673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108</Words>
  <Application>Microsoft Office PowerPoint</Application>
  <PresentationFormat>Widescreen</PresentationFormat>
  <Paragraphs>37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Quiz-1, Quiz-II, DA Schedule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Quiz-1, Quiz-II, DA Schedule</dc:title>
  <dc:creator>Durgesh Kumar</dc:creator>
  <cp:lastModifiedBy>Durgesh Kumar</cp:lastModifiedBy>
  <cp:revision>1</cp:revision>
  <dcterms:created xsi:type="dcterms:W3CDTF">2024-01-14T02:49:06Z</dcterms:created>
  <dcterms:modified xsi:type="dcterms:W3CDTF">2024-01-14T03:08:33Z</dcterms:modified>
</cp:coreProperties>
</file>